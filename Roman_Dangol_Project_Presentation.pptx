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6"/>
  </p:notesMasterIdLst>
  <p:sldIdLst>
    <p:sldId id="256" r:id="rId4"/>
    <p:sldId id="257" r:id="rId5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F46816-0CA0-7D2A-B186-794C0CB434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17D679-77BD-3EFD-3E65-7581AEA9E8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21152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6463128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110596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968817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15649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7200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1205898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980958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093310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17690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41181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62520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804419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880907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72484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0971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6132430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2805203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2293238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650628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271249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0893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2147870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6371676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1088607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3624185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610403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3236190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437369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2887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1299741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8731572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754252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71759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6466391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248283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869173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41076599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7638251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572672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7199591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293618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225265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7119362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201283851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340940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849441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011275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75314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0409665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7811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0872752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7129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06720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702730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844917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546786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32247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065483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113774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5143587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3461390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713316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dangolroman.com.np" TargetMode="External"/><Relationship Id="rId4" Type="http://schemas.openxmlformats.org/officeDocument/2006/relationships/hyperlink" Target="https://github.com/romanC5/Portfoli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7E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035713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461545" name="Rectangle 2"/>
          <p:cNvSpPr/>
          <p:nvPr/>
        </p:nvSpPr>
        <p:spPr bwMode="auto">
          <a:xfrm>
            <a:off x="0" y="6748272"/>
            <a:ext cx="12191695" cy="109728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0397856" name="TextBox 3"/>
          <p:cNvSpPr txBox="1"/>
          <p:nvPr/>
        </p:nvSpPr>
        <p:spPr bwMode="auto">
          <a:xfrm>
            <a:off x="914400" y="9144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/>
            </a:pPr>
            <a:r>
              <a:rPr sz="4400" b="1">
                <a:solidFill>
                  <a:srgbClr val="111111"/>
                </a:solidFill>
                <a:latin typeface="Arial"/>
              </a:rPr>
              <a:t>PORTFOLIO WEBSITE</a:t>
            </a:r>
            <a:endParaRPr/>
          </a:p>
        </p:txBody>
      </p:sp>
      <p:sp>
        <p:nvSpPr>
          <p:cNvPr id="1421838862" name="TextBox 4"/>
          <p:cNvSpPr txBox="1"/>
          <p:nvPr/>
        </p:nvSpPr>
        <p:spPr bwMode="auto">
          <a:xfrm>
            <a:off x="2439618" y="2011680"/>
            <a:ext cx="7310435" cy="427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/>
            </a:pPr>
            <a:r>
              <a:rPr sz="2200" b="1">
                <a:solidFill>
                  <a:srgbClr val="7C3AED"/>
                </a:solidFill>
                <a:latin typeface="Arial"/>
              </a:rPr>
              <a:t>BCS 4th Semester - Project Presentation and Defence</a:t>
            </a:r>
            <a:endParaRPr/>
          </a:p>
        </p:txBody>
      </p:sp>
      <p:sp>
        <p:nvSpPr>
          <p:cNvPr id="1676594394" name="TextBox 5"/>
          <p:cNvSpPr txBox="1"/>
          <p:nvPr/>
        </p:nvSpPr>
        <p:spPr bwMode="auto">
          <a:xfrm>
            <a:off x="914400" y="3017519"/>
            <a:ext cx="10373831" cy="1174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/>
            </a:pPr>
            <a:r>
              <a:rPr sz="2800" b="1">
                <a:solidFill>
                  <a:srgbClr val="111111"/>
                </a:solidFill>
                <a:latin typeface="Arial"/>
              </a:rPr>
              <a:t>Roman Dangol</a:t>
            </a:r>
            <a:endParaRPr/>
          </a:p>
          <a:p>
            <a:pPr algn="ctr">
              <a:defRPr/>
            </a:pPr>
            <a:r>
              <a:rPr sz="2000">
                <a:solidFill>
                  <a:srgbClr val="111111"/>
                </a:solidFill>
                <a:latin typeface="Arial"/>
              </a:rPr>
              <a:t>NCMT College  •  Bachelor of Computer Science</a:t>
            </a:r>
            <a:endParaRPr/>
          </a:p>
          <a:p>
            <a:pPr algn="ctr">
              <a:defRPr/>
            </a:pPr>
            <a:r>
              <a:rPr sz="1800">
                <a:solidFill>
                  <a:srgbClr val="111111"/>
                </a:solidFill>
                <a:latin typeface="Arial"/>
              </a:rPr>
              <a:t>LUC: </a:t>
            </a:r>
            <a:r>
              <a:rPr>
                <a:latin typeface="Times New Roman"/>
                <a:cs typeface="Times New Roman"/>
              </a:rPr>
              <a:t>LC00021001250</a:t>
            </a:r>
            <a:endParaRPr/>
          </a:p>
        </p:txBody>
      </p:sp>
      <p:sp>
        <p:nvSpPr>
          <p:cNvPr id="1180900438" name="TextBox 6"/>
          <p:cNvSpPr txBox="1"/>
          <p:nvPr/>
        </p:nvSpPr>
        <p:spPr bwMode="auto">
          <a:xfrm>
            <a:off x="914400" y="539496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/>
            </a:pPr>
            <a:r>
              <a:rPr sz="1800" b="0">
                <a:solidFill>
                  <a:srgbClr val="111111"/>
                </a:solidFill>
                <a:latin typeface="Arial"/>
              </a:rPr>
              <a:t>September 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7E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274848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9425455" name="Rectangle 2"/>
          <p:cNvSpPr/>
          <p:nvPr/>
        </p:nvSpPr>
        <p:spPr bwMode="auto">
          <a:xfrm>
            <a:off x="0" y="6748272"/>
            <a:ext cx="12191695" cy="10972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3321716" name="TextBox 3"/>
          <p:cNvSpPr txBox="1"/>
          <p:nvPr/>
        </p:nvSpPr>
        <p:spPr bwMode="auto">
          <a:xfrm>
            <a:off x="914400" y="6400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/>
            </a:pPr>
            <a:r>
              <a:rPr sz="4000" b="1">
                <a:solidFill>
                  <a:srgbClr val="111111"/>
                </a:solidFill>
                <a:latin typeface="Arial"/>
              </a:rPr>
              <a:t>PROJECT DEMO</a:t>
            </a:r>
            <a:endParaRPr/>
          </a:p>
        </p:txBody>
      </p:sp>
      <p:sp>
        <p:nvSpPr>
          <p:cNvPr id="339634532" name="TextBox 4"/>
          <p:cNvSpPr txBox="1"/>
          <p:nvPr/>
        </p:nvSpPr>
        <p:spPr bwMode="auto">
          <a:xfrm>
            <a:off x="3215638" y="1554480"/>
            <a:ext cx="5758394" cy="396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/>
            </a:pPr>
            <a:r>
              <a:rPr sz="2000" b="1">
                <a:solidFill>
                  <a:srgbClr val="7C3AED"/>
                </a:solidFill>
                <a:latin typeface="Arial"/>
              </a:rPr>
              <a:t>Portfolio Website - live demo and source code</a:t>
            </a:r>
            <a:endParaRPr/>
          </a:p>
        </p:txBody>
      </p:sp>
      <p:sp>
        <p:nvSpPr>
          <p:cNvPr id="678491316" name="Rectangle 5"/>
          <p:cNvSpPr/>
          <p:nvPr/>
        </p:nvSpPr>
        <p:spPr bwMode="auto">
          <a:xfrm>
            <a:off x="1645920" y="2560320"/>
            <a:ext cx="8897112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/>
            </a:pPr>
            <a:r>
              <a:rPr sz="2000" b="1">
                <a:solidFill>
                  <a:srgbClr val="111111"/>
                </a:solidFill>
                <a:latin typeface="Arial"/>
              </a:rPr>
              <a:t>Live Project Link</a:t>
            </a:r>
            <a:endParaRPr/>
          </a:p>
          <a:p>
            <a:pPr algn="ctr">
              <a:defRPr/>
            </a:pPr>
            <a:r>
              <a:rPr sz="1800" u="sng">
                <a:solidFill>
                  <a:srgbClr val="57B9FF"/>
                </a:solidFill>
                <a:latin typeface="Arial"/>
                <a:hlinkClick r:id="rId3" tooltip=""/>
              </a:rPr>
              <a:t>https://www.dangolroman.com.np</a:t>
            </a:r>
            <a:endParaRPr/>
          </a:p>
        </p:txBody>
      </p:sp>
      <p:sp>
        <p:nvSpPr>
          <p:cNvPr id="1104806377" name="Rectangle 6"/>
          <p:cNvSpPr/>
          <p:nvPr/>
        </p:nvSpPr>
        <p:spPr bwMode="auto">
          <a:xfrm>
            <a:off x="1645920" y="4297680"/>
            <a:ext cx="8897112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/>
            </a:pPr>
            <a:r>
              <a:rPr sz="2000" b="1">
                <a:solidFill>
                  <a:srgbClr val="111111"/>
                </a:solidFill>
                <a:latin typeface="Arial"/>
              </a:rPr>
              <a:t>GitHub Repository Link</a:t>
            </a:r>
            <a:endParaRPr/>
          </a:p>
          <a:p>
            <a:pPr algn="ctr">
              <a:defRPr/>
            </a:pPr>
            <a:r>
              <a:rPr sz="1800" u="sng">
                <a:solidFill>
                  <a:srgbClr val="57B9FF"/>
                </a:solidFill>
                <a:latin typeface="Arial"/>
                <a:hlinkClick r:id="rId4" tooltip=""/>
              </a:rPr>
              <a:t>https://github.com/romanC5/Portfolio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</Slides>
  <Notes>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1</vt:lpstr>
      <vt:lpstr>Slide 1</vt:lpstr>
      <vt:lpstr>Slide 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2026-09-15T13:36:21Z</dcterms:modified>
  <cp:category/>
</cp:coreProperties>
</file>